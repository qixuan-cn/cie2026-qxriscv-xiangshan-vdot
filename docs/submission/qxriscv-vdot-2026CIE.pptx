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基线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uop 数</c:v>
                  </c:pt>
                  <c:pt idx="1">
                    <c:v>延迟 (cycle)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vdot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uop 数</c:v>
                  </c:pt>
                  <c:pt idx="1">
                    <c:v>延迟 (cycle)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3EA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9525" cap="flat">
          <a:solidFill>
            <a:srgbClr val="DCE3EA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20 秒：我们做的是香山昆明湖 V2 上的一条自定义向量点积指令 vdot.vv，目标是把 8 个 int8 的乘累加压缩成单 uop。首页数字均为已验证结果或明确标注的模型口径。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问题页：先用三个数字建立冲击力，再解释通用的 RVV 组合序列为什么贵。强调 6→1 是数据通路指令数、12→3 是结构模型延迟，二者口径不同，后面第 10 页会再次声明。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赛题理解页：把可改与不可改列清楚。特别说明高 64 bit 不解引用是语义决定，不是漏写——这也是阶段四 lint 时唯一需要局部豁免的地方。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阶段一状态必须如实披露，这是评审最敏感的一点。我们不给未测数字：三条证据全部可在仓库复现，脚本 run_all.sh 一键跑完。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语义页重点讲 131072 这个数：8×128×128 刚好越过 18 bit 有符号上界 131071，所以必须 19 bit 以上，我们取 20。这是设计里最容易出错的一处，已固化为 TC-B03。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微架构页：讲清 3 级流水与 1 条/周期的来源——乘法与加法树各有独立硬件，不共享乘法器，也没有跨 uop 归约状态。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集成页避免夸大：我们提供的是规程 + 骨架，没有在香山源码上跑过。评审若追问，直接指出集成路径是加法式的，且每步有回归门禁。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验证页：1518 条是向量文件规模，1024 条流式是额外运行时测试。四个维度里最重要的是全 128 bit 比对与边界值，这两点直接对应题面。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协同页：强调同一向量集、两条独立实现路径，0 mismatch 才有意义。基线也在同一 NEMU 上跑通，避免拿不同平台的结果对比。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性能页的关键是主动交代口径。若评委问加速比，回答：我们没有平台实测，只有可复现的指令数和一个显式假设的周期模型；不会把 4.0× 说成实测。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面积页：主动说明这是 generic 综合、不是签核值，且 ABC 缺失使结果偏保守。5.3–8.4k GE 是区间口径，不报单一假精确值。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 30 秒：三条结论对应评审关心的三件事——语义对不对、能不能复现、数字可不可审计。最后主动说出限制，比被追问更好。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10973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58368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qxriscv  ·  2026 CIE RISC-V 自定义指令赛  ·  vdot.vv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60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C3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CIE  ·  RISC-V 自定义指令赛  ·  香山昆明湖 V2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241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vdot.vv：面向边缘 AI 推理的</a:t>
            </a:r>
            <a:endParaRPr lang="en-US" sz="3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RISC-V 自定义向量点积指令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4400" y="3310128"/>
            <a:ext cx="310896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49300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uop 完成 8 个 int8 乘累加  ·  数据通路指令数 6→1  ·  模型延迟 12→3 cycle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89204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FA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团队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51389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qxriscv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97680" y="489204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FA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目标平台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0" y="51389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香山 昆明湖 V2（VLEN=128）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80960" y="489204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FA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交付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0" y="51389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· 验证 · 协同仿真 · 综合评估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问题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为什么需要一条专用的点积指令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66160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82496"/>
            <a:ext cx="32369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→ 1</a:t>
            </a:r>
            <a:pPr algn="l"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uop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8 元素点积的数据通路指令数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572768"/>
            <a:ext cx="3566160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682496"/>
            <a:ext cx="32369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→ 3</a:t>
            </a:r>
            <a:pPr algn="l"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cycle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80560" y="2359152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同一操作的结构模型延迟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65008" y="1572768"/>
            <a:ext cx="3566160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82496"/>
            <a:ext cx="32369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−11.9</a:t>
            </a:r>
            <a:pPr algn="l"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29600" y="2359152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同一负载的动态指令数（89,294→78,701）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017520"/>
            <a:ext cx="5394960" cy="278892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1272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RVV 序列要做什么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" y="3456432"/>
            <a:ext cx="498348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vsext 两次：把 int8 扩到 int16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vmul：逐元素 16 bit 乘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vredsum：跨 lane 归约求和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6 条 uop（含两条符号扩展），依赖链贯穿 4 个向量操作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0488" y="3017520"/>
            <a:ext cx="5431536" cy="2788920"/>
          </a:xfrm>
          <a:prstGeom prst="roundRect">
            <a:avLst>
              <a:gd name="adj" fmla="val 1311"/>
            </a:avLst>
          </a:prstGeom>
          <a:solidFill>
            <a:srgbClr val="E6F2F3"/>
          </a:solidFill>
          <a:ln w="12700">
            <a:solidFill>
              <a:srgbClr val="BFDD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31272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代价落在哪里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9088" y="3456432"/>
            <a:ext cx="50292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更多译码/发射/写回端口占用，且每一步都要读写向量寄存器堆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归约命令引出额外的跨 lane 网络，难以与后续像素级算子流水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点积是 int8 量化推理（注意力打分、卷积）的主算子，值得单指令化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目标：一条指令内部完成乘 + 归约 + 写回，且保持全流水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赛题理解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约束先行：能改的与不能改的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5431536" cy="1243584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46504"/>
            <a:ext cx="45720" cy="9509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7282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平台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025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香山 昆明湖 V2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3682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VLEN=128，复用既有向量发射/写回框架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0488" y="1600200"/>
            <a:ext cx="5431536" cy="1243584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1746504"/>
            <a:ext cx="45720" cy="9509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391656" y="17282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实现方式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91656" y="20025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1 个 VFu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91656" y="23682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不新建流水段，零改动既有 VFu 逻辑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017520"/>
            <a:ext cx="5431536" cy="1243584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163824"/>
            <a:ext cx="45720" cy="9509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1455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指令语义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8096" y="34198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SEW=8 · K=8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" y="37856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8 个 int8 有符号乘累加，单 uop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0488" y="3017520"/>
            <a:ext cx="5431536" cy="1243584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3163824"/>
            <a:ext cx="45720" cy="9509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6391656" y="31455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输出格式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91656" y="34198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vd[31:0] + 高 96 位清零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91656" y="37856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bit 二补码，不做饱和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4526280"/>
            <a:ext cx="11057839" cy="1417320"/>
          </a:xfrm>
          <a:prstGeom prst="roundRect">
            <a:avLst>
              <a:gd name="adj" fmla="val 2581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由此得到的设计边界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" y="4919472"/>
            <a:ext cx="10600639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数据通路只能取两个源寄存器低 64 bit；高 64 bit 保留但本单元不解引用（属预期语义）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合法性只在 vm=1 / e8 / m1 时成立；其余组合在单元内显式报 illegal，不静默执行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阶段一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环境受限：验证路径如何替代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786384"/>
          </a:xfrm>
          <a:prstGeom prst="roundRect">
            <a:avLst>
              <a:gd name="adj" fmla="val 4651"/>
            </a:avLst>
          </a:prstGeom>
          <a:solidFill>
            <a:srgbClr val="FDF3E7"/>
          </a:solidFill>
          <a:ln w="12700">
            <a:solidFill>
              <a:srgbClr val="EBCF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45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状态披露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92808" y="1627632"/>
            <a:ext cx="950335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本环境无 xs-env 与 RISC-V 工具链，阶段一（香山构建 / hello / vadd 波形）未闭环；所有功能与性能结论均来自模块级 RTL 仿真与 NEMU 协同仿真，不宣称已在香山平台验证。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401568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BF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724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Verilator 5.034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305409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模块级 1518 条用例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cycle / 1.0 inst/cycle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68496" y="3127248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89120" y="2615184"/>
            <a:ext cx="3401568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BFDD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724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NEMU 协同仿真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05409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同一向量集 1513 条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↔ NEMU 0 mismatch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90688" y="3127248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11312" y="2615184"/>
            <a:ext cx="3401568" cy="1481328"/>
          </a:xfrm>
          <a:prstGeom prst="roundRect">
            <a:avLst>
              <a:gd name="adj" fmla="val 2469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2724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待环境解锁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94192" y="305409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xs-env 内集成 I1–I7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平台周期与加速比实测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343400"/>
            <a:ext cx="11057839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462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已完成的替代证据（可复现）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773168"/>
            <a:ext cx="10600639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单元级：定向 18 条 + 随机/边界 1500 条，1518/1518 PASS；背靠背 1024 条流式无气泡</a:t>
            </a:r>
            <a:endParaRPr lang="en-US" sz="108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三方一致：Python 参考模型、C 模型、RTL 对 128 bit 全宽逐位比对，1518/1518 一致</a:t>
            </a:r>
            <a:endParaRPr lang="en-US" sz="108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协同：NEMU 内新增 vdot 译码与执行，1513 条写回用例与 RTL 结果 0 mismatch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指令语义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编码、伪代码与 19 bit 陷阱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5486400" cy="2432304"/>
        </p:xfrm>
        <a:graphic>
          <a:graphicData uri="http://schemas.openxmlformats.org/drawingml/2006/table">
            <a:tbl>
              <a:tblPr/>
              <a:tblGrid>
                <a:gridCol w="1371600"/>
                <a:gridCol w="1234440"/>
                <a:gridCol w="123444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[31:26]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111111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RVV 保留空间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[25]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仅无掩码形态合法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vs2 / vs1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[24:15]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各取低 64 bit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[14:12]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OPIVV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[11:7]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结果写入 [31:0]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opcode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[6:0]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0x57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OP-V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224528"/>
            <a:ext cx="5486400" cy="1755648"/>
          </a:xfrm>
          <a:prstGeom prst="roundRect">
            <a:avLst>
              <a:gd name="adj" fmla="val 2083"/>
            </a:avLst>
          </a:prstGeom>
          <a:solidFill>
            <a:srgbClr val="E6F2F3"/>
          </a:solidFill>
          <a:ln w="12700">
            <a:solidFill>
              <a:srgbClr val="BFDD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位宽裁决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4645152"/>
            <a:ext cx="5074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项和上界 </a:t>
            </a:r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8×128×128 = 131,072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，18 bit 有符号最大仅 131,071。</a:t>
            </a:r>
            <a:endParaRPr lang="en-US" sz="10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所以累加位宽取 ACC_W=20（≥19），否则全 -128 输入会溢出。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190488" y="1572768"/>
            <a:ext cx="5431536" cy="2395728"/>
          </a:xfrm>
          <a:prstGeom prst="roundRect">
            <a:avLst>
              <a:gd name="adj" fmla="val 152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1737360"/>
            <a:ext cx="502920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C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SEW!=8 or LMUL!=1 or vm!=1: illegal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C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vl == 0: return          # 不写回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C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0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C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0..7: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C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+= sext8(vs1[i]) * sext8(vs2[i])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C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vd[31:0]   = S[31:0]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C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vd[127:32] = 0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90488" y="4224528"/>
            <a:ext cx="5431536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边界用例固化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4645152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TC-B03  全 -128 输入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</a:rPr>
              <a:t>期望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0x00020000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83D"/>
                </a:solidFill>
              </a:rPr>
              <a:t>；若累加器写成 16/18 bit 即在此处翻车。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微架构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三级流水：乘、归约、格式化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329184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04825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× 有符号 8×8 乘法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2670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  </a:t>
            </a:r>
            <a:pPr indent="0" marL="0">
              <a:buNone/>
            </a:pPr>
            <a:r>
              <a:rPr lang="en-US" sz="950" dirty="0">
                <a:solidFill>
                  <a:srgbClr val="1628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prod[0..7]</a:t>
            </a:r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16 bit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58768" y="2240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25696" y="1627632"/>
            <a:ext cx="3291840" cy="1600200"/>
          </a:xfrm>
          <a:prstGeom prst="roundRect">
            <a:avLst>
              <a:gd name="adj" fmla="val 2286"/>
            </a:avLst>
          </a:prstGeom>
          <a:solidFill>
            <a:srgbClr val="E6F2F3"/>
          </a:solidFill>
          <a:ln w="12700">
            <a:solidFill>
              <a:srgbClr val="BF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08576" y="204825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加法树 8→4→2→1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08576" y="2670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  </a:t>
            </a:r>
            <a:pPr indent="0" marL="0">
              <a:buNone/>
            </a:pPr>
            <a:r>
              <a:rPr lang="en-US" sz="950" dirty="0">
                <a:solidFill>
                  <a:srgbClr val="1628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sum2</a:t>
            </a:r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20 bit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17536" y="2240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84464" y="1627632"/>
            <a:ext cx="329184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67344" y="204825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符号扩展 + 高 96 位清零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67344" y="2670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  </a:t>
            </a:r>
            <a:pPr indent="0" marL="0">
              <a:buNone/>
            </a:pPr>
            <a:r>
              <a:rPr lang="en-US" sz="950" dirty="0">
                <a:solidFill>
                  <a:srgbClr val="1628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out_vd</a:t>
            </a:r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128 bit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34015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in_valid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64208" y="3364992"/>
            <a:ext cx="1371600" cy="310896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45536" y="3364992"/>
            <a:ext cx="1371600" cy="310896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26864" y="3364992"/>
            <a:ext cx="1371600" cy="310896"/>
          </a:xfrm>
          <a:prstGeom prst="rect">
            <a:avLst/>
          </a:prstGeom>
          <a:solidFill>
            <a:srgbClr val="1580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1928" y="33832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个时钟沿后 out_valid 有效；流水无状态，可每周期接收一条新请求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931920"/>
            <a:ext cx="3566160" cy="1225296"/>
          </a:xfrm>
          <a:prstGeom prst="roundRect">
            <a:avLst>
              <a:gd name="adj" fmla="val 2985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041648"/>
            <a:ext cx="31638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个 8×8 有符号乘法器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768096" y="4608576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EX1 专用，不与 EX2 复用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25696" y="3931920"/>
            <a:ext cx="3566160" cy="1225296"/>
          </a:xfrm>
          <a:prstGeom prst="roundRect">
            <a:avLst>
              <a:gd name="adj" fmla="val 2985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4041648"/>
            <a:ext cx="31638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个 20 bit 加法器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4626864" y="4608576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三级树，常数索引展开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84464" y="3931920"/>
            <a:ext cx="3566160" cy="1225296"/>
          </a:xfrm>
          <a:prstGeom prst="roundRect">
            <a:avLst>
              <a:gd name="adj" fmla="val 2985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4041648"/>
            <a:ext cx="31638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172</a:t>
            </a:r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个触发器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8485632" y="4608576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generic 综合统计，含控制位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" y="5358384"/>
            <a:ext cx="11057839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" y="5422392"/>
            <a:ext cx="106006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面积与延迟的交换：不做跨 uop 归约、不在两级间复用乘法器，换来单 uop 与 1 条/周期；代价是 8 个乘法器与 172 bit 流水寄存器。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集成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只做加法：7 个注册点挂进既有框架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7406640" cy="292608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5394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译码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 vdot.vv 匹配项（opcode / funct3 / funct6 / vm）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uop 类型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 VFuType.VDot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功能单元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 VDot 模块，参考 VMul 结构实例化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发射/忙表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绑定端口与释放条件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复用向量写回端口，置整寄存器 dirty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SEW/LMUL/vm 检查，非法抛 illegal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GROUP_K / OUT_W 参数化，便于回退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38160" y="1554480"/>
            <a:ext cx="3483864" cy="2871216"/>
          </a:xfrm>
          <a:prstGeom prst="roundRect">
            <a:avLst>
              <a:gd name="adj" fmla="val 1274"/>
            </a:avLst>
          </a:prstGeom>
          <a:solidFill>
            <a:srgbClr val="E6F2F3"/>
          </a:solidFill>
          <a:ln w="12700">
            <a:solidFill>
              <a:srgbClr val="BFDD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39328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39328" y="1975104"/>
            <a:ext cx="30632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不新建流水段、不改既有 VFu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每完成一个环节跑一次既有向量冒烟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参数化保留语义回退路径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" y="4681728"/>
            <a:ext cx="11057839" cy="1417320"/>
          </a:xfrm>
          <a:prstGeom prst="roundRect">
            <a:avLst>
              <a:gd name="adj" fmla="val 2581"/>
            </a:avLst>
          </a:prstGeom>
          <a:solidFill>
            <a:srgbClr val="FDF3E7"/>
          </a:solidFill>
          <a:ln w="12700">
            <a:solidFill>
              <a:srgbClr val="EBCFA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状态声明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892808" y="4718304"/>
            <a:ext cx="950335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I1–I7 已形成可执行的集成规程与代码骨架（patches/xiangshan-vdot-integration.md），但尚未在香山源码上落地；集成与平台回归随 xs-env 解锁后执行，届时需重跑全部证据链。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功能验证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1518 条用例与四个校验维度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6675120" cy="192024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用例类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定向功能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18/18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正/负/零/边界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 + 边界密集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1500/1500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 int8 域、密集边界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背靠背流式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1024/1024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交错发射、无气泡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三方模型一致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1518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1518/1518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/ C / RTL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24928" y="1554480"/>
            <a:ext cx="4197096" cy="2103120"/>
          </a:xfrm>
          <a:prstGeom prst="roundRect">
            <a:avLst>
              <a:gd name="adj" fmla="val 1739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07808" y="1691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1518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607808" y="23957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条用例，逐位比对 128 bit 输出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07808" y="27614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断言违反 0；非法配置与 vl=0 均按语义处理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3840480"/>
            <a:ext cx="5431536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3950208"/>
            <a:ext cx="45720" cy="67665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128 bit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9808" y="422452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不只比 vd[31:0]，高 96 位必须为 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90488" y="3840480"/>
            <a:ext cx="5431536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0488" y="3950208"/>
            <a:ext cx="45720" cy="67665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4"/>
          <p:cNvSpPr/>
          <p:nvPr/>
        </p:nvSpPr>
        <p:spPr>
          <a:xfrm>
            <a:off x="6373368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语义分支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73368" y="422452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vm=0 / SEW≠8 / LMUL≠1 → illegal；vl=0 → 不写回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" y="4864608"/>
            <a:ext cx="5431536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" y="4974336"/>
            <a:ext cx="45720" cy="67665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8"/>
          <p:cNvSpPr/>
          <p:nvPr/>
        </p:nvSpPr>
        <p:spPr>
          <a:xfrm>
            <a:off x="749808" y="49560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边界值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" y="524865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-128（+131072）、全 -1、全 127、混合符号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90488" y="4864608"/>
            <a:ext cx="5431536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90488" y="4974336"/>
            <a:ext cx="45720" cy="67665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5" name="Text 22"/>
          <p:cNvSpPr/>
          <p:nvPr/>
        </p:nvSpPr>
        <p:spPr>
          <a:xfrm>
            <a:off x="6373368" y="49560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73368" y="524865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in_valid → out_valid 恰 3 个时钟沿，无额外气泡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协同仿真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同一向量集，两条执行路径，0 mismatch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481328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6420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向量文件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956816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1513 条写回用例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048256" y="1920240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58568" y="1572768"/>
            <a:ext cx="1481328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66420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50008" y="1956816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vdot 译码 + EHelper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739896" y="1920240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50208" y="1572768"/>
            <a:ext cx="1481328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41648" y="166420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41648" y="1956816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Verilator 仿真导出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2788920"/>
            <a:ext cx="5577840" cy="1828800"/>
          </a:xfrm>
          <a:prstGeom prst="roundRect">
            <a:avLst>
              <a:gd name="adj" fmla="val 2000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比对结果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" y="32004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1513 / 1513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RTL 结果与 NEMU 语义一致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68096" y="3767328"/>
            <a:ext cx="51206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1518 条用例中 5 条为非法/vl=0，不产生写回，比对集为 1513 条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NEMU 侧改动 3 个文件、+44 行，可用 patch 复现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73368" y="2788920"/>
            <a:ext cx="5248656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4536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基线对照（同一 NEMU 平台）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74536" y="3200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→ 1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数据通路 uop（RVV 组合序列 → vdot）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574536" y="3767328"/>
            <a:ext cx="4800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基线：vsext ×2 → vmul → vredsum，共 4 个向量操作、6 条 uop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基线在 NEMU 上 1513/1513 结果一致，保证比较公平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864608"/>
            <a:ext cx="11057839" cy="1188720"/>
          </a:xfrm>
          <a:prstGeom prst="roundRect">
            <a:avLst>
              <a:gd name="adj" fmla="val 3077"/>
            </a:avLst>
          </a:prstGeom>
          <a:solidFill>
            <a:srgbClr val="E6F2F3"/>
          </a:solidFill>
          <a:ln w="12700">
            <a:solidFill>
              <a:srgbClr val="BFDD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956048"/>
            <a:ext cx="1060063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为什么这是强证据：向量由同一文件驱动，NEMU 与 RTL 各自独立执行，任何位级差异都会暴露；非法分支与 vl=0 分支另有定向用例覆盖。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性能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三个指标，一个明确口径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5989320" cy="1828800"/>
        </p:xfrm>
        <a:graphic>
          <a:graphicData uri="http://schemas.openxmlformats.org/drawingml/2006/table">
            <a:tbl>
              <a:tblPr/>
              <a:tblGrid>
                <a:gridCol w="2148840"/>
                <a:gridCol w="1371600"/>
                <a:gridCol w="123444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vdot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数据通路 uop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模型延迟 (cycle)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4.0×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动态指令数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89,294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78,701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−11.9%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6784848" y="1517904"/>
          <a:ext cx="4809744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3767328"/>
            <a:ext cx="5989320" cy="1234440"/>
          </a:xfrm>
          <a:prstGeom prst="roundRect">
            <a:avLst>
              <a:gd name="adj" fmla="val 2963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3858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口径声明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68096" y="4169664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uop 数与动态指令数为实测；12→3 cycle 为结构模型推演（基线按 4 个串行向量操作 ×3 cycle）。平台实测周期与加速比待 xs-env。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784848" y="4754880"/>
            <a:ext cx="4809744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986016" y="4846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怎么读这三个数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986016" y="5138928"/>
            <a:ext cx="44348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6→1 是结构事实：一条指令替代一串组合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12→3 依赖基线实现假设，答辩时主动说明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整体负载 −11.9% 说明点积占比真实存在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面积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generic 综合：4186 单元、172 触发器、25 级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2670048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64208"/>
            <a:ext cx="23408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4,186</a:t>
            </a:r>
            <a:pPr algn="l" indent="0" marL="0">
              <a:buNone/>
            </a:pP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2340864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通用单元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670048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664208"/>
            <a:ext cx="23408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172</a:t>
            </a:r>
            <a:pPr algn="l" indent="0" marL="0">
              <a:buNone/>
            </a:pP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93592" y="2340864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触发器 (SDFF)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91072" y="1554480"/>
            <a:ext cx="2670048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64208"/>
            <a:ext cx="23408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pPr algn="l" indent="0" marL="0">
              <a:buNone/>
            </a:pP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55664" y="2340864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 R2R 路径（级）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53144" y="1554480"/>
            <a:ext cx="2670048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17736" y="1664208"/>
            <a:ext cx="23408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5.3–8.4k</a:t>
            </a:r>
            <a:pPr algn="l" indent="0" marL="0">
              <a:buNone/>
            </a:pP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317736" y="2340864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等效面积（中值 ≈6.9k）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99232"/>
          <a:ext cx="5989320" cy="219456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1280160"/>
                <a:gridCol w="16916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单元类型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$_AND_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1,929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46.1%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加法树与乘法阵列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$_XOR_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1,362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32.5%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部分积压缩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$_OR_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15.6%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控制与选择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$_NOT_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反相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SDFF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4.1%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同步复位寄存器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784848" y="2999232"/>
            <a:ext cx="4846320" cy="2212848"/>
          </a:xfrm>
          <a:prstGeom prst="roundRect">
            <a:avLst>
              <a:gd name="adj" fmla="val 1653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86016" y="3090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口径与边界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986016" y="3401568"/>
            <a:ext cx="44348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Yosys 0.52 synth -noabc + techmap：工艺无关、未做 PDK 映射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 缺失导致结果偏保守，真实映射后通常更小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µm² 与 ns 签核需工艺库，列为待解锁项 B4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“每单位面积收益”需平台侧同类 VFu 数据，暂不宣称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" y="5413248"/>
            <a:ext cx="11057839" cy="658368"/>
          </a:xfrm>
          <a:prstGeom prst="roundRect">
            <a:avLst>
              <a:gd name="adj" fmla="val 5556"/>
            </a:avLst>
          </a:prstGeom>
          <a:solidFill>
            <a:srgbClr val="E6F2F3"/>
          </a:solidFill>
          <a:ln w="12700">
            <a:solidFill>
              <a:srgbClr val="BFDD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5528" y="5468112"/>
            <a:ext cx="1060063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阶段四还清理了 RTL 中一整套无读者的加法树与两个无读者触发器：功能与周期不变，但严格 lint 从 4 告警降到 0，避免误导流水理解。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结论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完成度、限制与下一步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2670048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276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阶段一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9019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阻塞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231136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 xs-env 与工具链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429000" y="1572768"/>
            <a:ext cx="2670048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16276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阶段二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93592" y="19019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93592" y="2231136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1518/1518，3 cycle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91072" y="1572768"/>
            <a:ext cx="2670048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6276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阶段三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55664" y="19019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2231136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1513/1513，0 mismatch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9153144" y="1572768"/>
            <a:ext cx="2670048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7736" y="16276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阶段四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17736" y="19019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17736" y="2231136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 0，综合与回归全绿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66928" y="2788920"/>
            <a:ext cx="5577840" cy="3291840"/>
          </a:xfrm>
          <a:prstGeom prst="roundRect">
            <a:avLst>
              <a:gd name="adj" fmla="val 1111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28895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三条结论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" y="3200400"/>
            <a:ext cx="51206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语义可辩护：19/20 bit 累加、全 128 bit 写回、illegal 与 vl=0 分支均有定向用例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实现可复现：一条 run_all.sh 串起单元、lint、NEMU、RTL 导出、协同、基线六道门禁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口径可审计：所有数字标注实测或模型，未测项（平台周期、µm²）明确列为阻塞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73368" y="2788920"/>
            <a:ext cx="5248656" cy="329184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74536" y="28895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下一步与答辩要点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74536" y="3200400"/>
            <a:ext cx="4800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环境解锁：香山内集成 I1–I7 + 平台周期实测，替换模型口径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设计演进：LMUL&gt;1 分组、双半区并行、与 VMul 的面积对比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答辩准备：为何不用 16 bit 累加 / 为何新增 VFu / vstart 如何幂等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所有材料遵守表述约束：不宣称平台验证，不给实测加速比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qxriscv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vdot.vv：边缘 AI 推理的 RISC-V 自定义向量点积指令</dc:title>
  <dc:subject>2026CIE 自定义 vdot.vv 指令设计与验证</dc:subject>
  <dc:creator>qxriscv</dc:creator>
  <cp:lastModifiedBy>qxriscv</cp:lastModifiedBy>
  <cp:revision>1</cp:revision>
  <dcterms:created xsi:type="dcterms:W3CDTF">2026-10-28T15:28:03Z</dcterms:created>
  <dcterms:modified xsi:type="dcterms:W3CDTF">2026-10-28T15:28:03Z</dcterms:modified>
</cp:coreProperties>
</file>